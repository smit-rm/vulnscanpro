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3774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1323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907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5097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2646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66420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90195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6791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13969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61518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85292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8698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09067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675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32841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628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0390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0605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04164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3582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27939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51713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2512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99262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489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23036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8466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46811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1443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570585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7396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618134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0373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641908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03350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665683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46327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89457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65" name="Shape 63"/>
          <p:cNvSpPr/>
          <p:nvPr/>
        </p:nvSpPr>
        <p:spPr>
          <a:xfrm>
            <a:off x="5394960" y="365760"/>
            <a:ext cx="1371600" cy="13716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14400" y="274320"/>
            <a:ext cx="10332720" cy="320040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14400" y="274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</a:rPr>
              <a:t>FINAL YEAR MCA PROJECT — DEPARTMENT OF COMPUTER SCIENCE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577840" y="6400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69" name="Text 67"/>
          <p:cNvSpPr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VulnScan Pro</a:t>
            </a:r>
            <a:endParaRPr lang="en-US" sz="6400" dirty="0"/>
          </a:p>
        </p:txBody>
      </p:sp>
      <p:sp>
        <p:nvSpPr>
          <p:cNvPr id="70" name="Text 68"/>
          <p:cNvSpPr/>
          <p:nvPr/>
        </p:nvSpPr>
        <p:spPr>
          <a:xfrm>
            <a:off x="914400" y="2697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1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Web Application Vulnerability Scanner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914400" y="3200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Automated Reporting System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114800" y="3703320"/>
            <a:ext cx="3931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1600" y="39319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62040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3716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Python Flask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572000" y="39319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62040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5720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React.js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772400" y="39319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62040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7724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SQLite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371600" y="443484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62040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37160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ReportLab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572000" y="443484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62040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457200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WebSocket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72400" y="443484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62040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777240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OWASP Top 10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3657600" y="6492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2024-2025 | MCA Final Year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 Security Challenges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43200" cy="17373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of cyberattacks target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small businesses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743200" cy="17373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3736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$4.35M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average cost of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data breach (2023)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743200" cy="17373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3736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2606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of breaches due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human error/misconfig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743200" cy="17373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73736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days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52560" y="2606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average time to detect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security breach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657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Key Challenges in Web Security Today: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⚠️  Manual security testing is time-consuming and error-prone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59028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🔍  No affordable automated scanning tools for student/SMB use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5020056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📊  Lack of comprehensive, readable vulnerability reports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5449824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🔄  No integrated workflow: scan → analyze → report in one tool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" y="5879592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🛡️  OWASP Top 10 vulnerabilities remain undetected in many apps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VulnScan Pro — All-in-One Security Platform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3657600" cy="182880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🔍 Smart Scanner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Automated OWASP Top 10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vulnerability detection with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multi-phase crawling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657600" cy="182880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7373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📊 Real-time 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Live vulnerability metrics,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trend charts, and severity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breakdown visualizations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57600" cy="182880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7373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📋 Auto PDF Reports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3317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Professional executive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summaries with CVSS scores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and remediation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3657600" cy="182880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🎯 Project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4434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Organize targets into projects,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track scan history, 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compare results over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3840480"/>
            <a:ext cx="3657600" cy="182880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0" y="384048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⚡ WebSocket Live Feed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43400" y="4434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Real-time scan progress with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terminal logs, URL tracking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and instant vuln alerts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3840480"/>
            <a:ext cx="3657600" cy="182880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384048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🔐 JWT Authentication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4434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Secure multi-user access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with role-based control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and session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3474720" cy="438912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34747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FRONTEND 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⚛️ React.js 18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🎨 Tailwind CSS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📊 Recharts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🔌 WebSocket Client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🔐 JWT Auth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📱 Responsive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3840480"/>
            <a:ext cx="73152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REST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WebSocket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645920"/>
            <a:ext cx="3474720" cy="438912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645920"/>
            <a:ext cx="347472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645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BACKEND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🐍 Python Flask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697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🔌 Flask-SocketIO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🔐 Flask-JWT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📝 SQLAlchemy 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2062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🕷️ BeautifulSoup4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709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📋 ReportLab PDF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2440" y="3840480"/>
            <a:ext cx="7315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566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Queries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69680" y="1645920"/>
            <a:ext cx="3017520" cy="438912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1645920"/>
            <a:ext cx="301752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886968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DATA TIER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🗄️ SQLite/PostgreSQL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5256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👤 Users Table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525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📁 Projects Table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5256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🎯 Targets Table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5256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🔍 Scans Table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52560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⚠️ Vulns Table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</a:rPr>
              <a:t>OWASP 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Top 10 Vulnerability Detection Coverage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916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Broken Access Control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892808"/>
            <a:ext cx="118872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92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Critical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916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916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Cryptographic Failures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15600" y="1892808"/>
            <a:ext cx="118872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0" y="1892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High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060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6060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Injection (SQLi/XSS)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07208"/>
            <a:ext cx="118872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807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6060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60604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6060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Insecure Design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⏳ Planned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515600" y="2807208"/>
            <a:ext cx="118872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0" y="2807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High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204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5204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Security Misconfiguration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721608"/>
            <a:ext cx="118872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3721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Medium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5204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5204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5204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9516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Vulnerable Components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515600" y="3721608"/>
            <a:ext cx="118872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515600" y="3721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High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4348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44348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44348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A07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5156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Auth &amp; Session Mgmt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5156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0" y="4636008"/>
            <a:ext cx="118872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0" y="4636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Critical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44348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443484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6355080" y="44348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A08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99516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Integrity Failures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995160" y="4846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⏳ Planned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515600" y="4636008"/>
            <a:ext cx="118872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515600" y="4636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High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" y="53492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4320" y="5349240"/>
            <a:ext cx="54864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4" name="Text 62"/>
          <p:cNvSpPr/>
          <p:nvPr/>
        </p:nvSpPr>
        <p:spPr>
          <a:xfrm>
            <a:off x="411480" y="53492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A09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51560" y="5394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Logging Failures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51560" y="5760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✅ Covered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0" y="5550408"/>
            <a:ext cx="118872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0" y="5550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Medium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217920" y="5349240"/>
            <a:ext cx="5669280" cy="777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217920" y="534924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1" name="Text 69"/>
          <p:cNvSpPr/>
          <p:nvPr/>
        </p:nvSpPr>
        <p:spPr>
          <a:xfrm>
            <a:off x="6355080" y="53492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A10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995160" y="5394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SSRF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995160" y="5760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⏳ Planned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515600" y="5550408"/>
            <a:ext cx="118872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0515600" y="5550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High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7 of 10 OWASP categories actively detected — 70% coverage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</a:rPr>
              <a:t>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Scanning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103120" cy="42976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2103120" cy="50292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Config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Enter target URL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Select scan profile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Set auth credentials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754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Configure depth/timeout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77440" y="393192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737360"/>
            <a:ext cx="2103120" cy="42976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737360"/>
            <a:ext cx="2103120" cy="50292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632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Crawling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2423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Discover all URLs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Extract HTML forms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Map site structure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0" y="4754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Identify parameters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931920"/>
            <a:ext cx="228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1737360"/>
            <a:ext cx="2103120" cy="42976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737360"/>
            <a:ext cx="2103120" cy="50292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949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Active Scanning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2423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Inject SQL payloads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7492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Test XSS vectors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7492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Check CSRF tokens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4754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Verify SSL/TLS config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040880" y="3931920"/>
            <a:ext cx="2286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1737360"/>
            <a:ext cx="2103120" cy="42976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69480" y="1737360"/>
            <a:ext cx="2103120" cy="502920"/>
          </a:xfrm>
          <a:prstGeom prst="rect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3609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7266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2423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Calculate CVSS scores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0664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Map to OWASP/CWE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40664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Classify by severity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06640" y="4754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Generate evidence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372600" y="3931920"/>
            <a:ext cx="22860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0" y="1737360"/>
            <a:ext cx="2103120" cy="42976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601200" y="1737360"/>
            <a:ext cx="2103120" cy="502920"/>
          </a:xfrm>
          <a:prstGeom prst="rect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692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00584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738360" y="2423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Build PDF report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738360" y="3200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Export JSON/CSV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73836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Send notifications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738360" y="4754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→ Schedule next scan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&amp; Libraries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47548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</a:rPr>
              <a:t>BACKEND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560320" cy="56692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Python 3.11+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2560320" cy="56692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Flask 3.0 (REST API)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02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Flask-SocketIO (WebSocket)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261104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61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Flask-JWT-Extended (Auth)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919472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194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Flask-SQLAlchemy (ORM)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5577840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577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Flask-Bcrypt (Passwords)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1691640"/>
            <a:ext cx="2743200" cy="47548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</a:rPr>
              <a:t>FRONTEND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2560320" cy="566928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React.js 18 (UI)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2944368"/>
            <a:ext cx="2560320" cy="566928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Recharts (Visualizations)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91840" y="3602736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602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Tailwind CSS (Styling)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4261104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4261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WebSocket API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91840" y="4919472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49194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Framer Motion (Animations)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91840" y="5577840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5577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JetBrains Mono (Code Font)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26480" y="1691640"/>
            <a:ext cx="2743200" cy="47548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</a:rPr>
              <a:t>SCANNING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2286000"/>
            <a:ext cx="2560320" cy="566928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Requests (HTTP Client)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2944368"/>
            <a:ext cx="2560320" cy="566928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BeautifulSoup4 (HTML Parse)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17920" y="3602736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602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Python-Nmap (Port Scan)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0" y="4261104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261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Custom SQLi/XSS Engine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17920" y="4919472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49194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SSL/TLS Analyzer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17920" y="5577840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5577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Header Inspector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052560" y="1691640"/>
            <a:ext cx="2743200" cy="475488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052560" y="1691640"/>
            <a:ext cx="2743200" cy="45720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0525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</a:rPr>
              <a:t>REPORTS/DB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44000" y="2286000"/>
            <a:ext cx="2560320" cy="566928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23544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ReportLab (PDF Gen)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9144000" y="2944368"/>
            <a:ext cx="2560320" cy="566928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23544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FPDF2 (Alternative)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144000" y="3602736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59" name="Text 57"/>
          <p:cNvSpPr/>
          <p:nvPr/>
        </p:nvSpPr>
        <p:spPr>
          <a:xfrm>
            <a:off x="9235440" y="36027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SQLite (Development)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9144000" y="4261104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61" name="Text 59"/>
          <p:cNvSpPr/>
          <p:nvPr/>
        </p:nvSpPr>
        <p:spPr>
          <a:xfrm>
            <a:off x="9235440" y="4261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PostgreSQL (Production)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144000" y="4919472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63" name="Text 61"/>
          <p:cNvSpPr/>
          <p:nvPr/>
        </p:nvSpPr>
        <p:spPr>
          <a:xfrm>
            <a:off x="9235440" y="49194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Celery + Redis (Queue)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144000" y="5577840"/>
            <a:ext cx="2560320" cy="566928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65" name="Text 63"/>
          <p:cNvSpPr/>
          <p:nvPr/>
        </p:nvSpPr>
        <p:spPr>
          <a:xfrm>
            <a:off x="9235440" y="5577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CSV/JSON Export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DATABASE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— Database Schema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474720" cy="34747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39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(PK, UUID)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(UNIQUE)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67919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1927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(admin/user)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59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23360" y="1691640"/>
            <a:ext cx="3474720" cy="347472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PROJECTS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203911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2039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(PK, UUID)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23360" y="235915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23360" y="267919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23360" y="299923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(FK→users)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31927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23360" y="363931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89520" y="1691640"/>
            <a:ext cx="3474720" cy="347472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TARGETS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0" y="203911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0" y="2039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(PK, UUID)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89520" y="235915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589520" y="267919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89520" y="299923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589520" y="331927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project_id (FK)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589520" y="363931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3639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4572000"/>
            <a:ext cx="3474720" cy="347472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572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SCANS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491947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919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(PK, UUID)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523951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5239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target_id (FK)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" y="555955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5559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587959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5879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619963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6199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started_at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651967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6519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completed_at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" y="683971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6839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(JSON)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023360" y="4572000"/>
            <a:ext cx="3474720" cy="347472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023360" y="4572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VULNERABILITIES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023360" y="491947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69" name="Text 67"/>
          <p:cNvSpPr/>
          <p:nvPr/>
        </p:nvSpPr>
        <p:spPr>
          <a:xfrm>
            <a:off x="4114800" y="4919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(PK, UUID)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023360" y="523951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71" name="Text 69"/>
          <p:cNvSpPr/>
          <p:nvPr/>
        </p:nvSpPr>
        <p:spPr>
          <a:xfrm>
            <a:off x="4114800" y="5239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scan_id (FK)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023360" y="555955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73" name="Text 71"/>
          <p:cNvSpPr/>
          <p:nvPr/>
        </p:nvSpPr>
        <p:spPr>
          <a:xfrm>
            <a:off x="4114800" y="5559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vuln_type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023360" y="587959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75" name="Text 73"/>
          <p:cNvSpPr/>
          <p:nvPr/>
        </p:nvSpPr>
        <p:spPr>
          <a:xfrm>
            <a:off x="4114800" y="5879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023360" y="619963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77" name="Text 75"/>
          <p:cNvSpPr/>
          <p:nvPr/>
        </p:nvSpPr>
        <p:spPr>
          <a:xfrm>
            <a:off x="4114800" y="6199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023360" y="651967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79" name="Text 77"/>
          <p:cNvSpPr/>
          <p:nvPr/>
        </p:nvSpPr>
        <p:spPr>
          <a:xfrm>
            <a:off x="4114800" y="6519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cvss_score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023360" y="683971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1" name="Text 79"/>
          <p:cNvSpPr/>
          <p:nvPr/>
        </p:nvSpPr>
        <p:spPr>
          <a:xfrm>
            <a:off x="4114800" y="6839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cwe_id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023360" y="715975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83" name="Text 81"/>
          <p:cNvSpPr/>
          <p:nvPr/>
        </p:nvSpPr>
        <p:spPr>
          <a:xfrm>
            <a:off x="4114800" y="7159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023360" y="747979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5" name="Text 83"/>
          <p:cNvSpPr/>
          <p:nvPr/>
        </p:nvSpPr>
        <p:spPr>
          <a:xfrm>
            <a:off x="4114800" y="7479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589520" y="4572000"/>
            <a:ext cx="3474720" cy="347472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7589520" y="4572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REPORTS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589520" y="491947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9" name="Text 87"/>
          <p:cNvSpPr/>
          <p:nvPr/>
        </p:nvSpPr>
        <p:spPr>
          <a:xfrm>
            <a:off x="7680960" y="4919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(PK, UUID)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7589520" y="523951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91" name="Text 89"/>
          <p:cNvSpPr/>
          <p:nvPr/>
        </p:nvSpPr>
        <p:spPr>
          <a:xfrm>
            <a:off x="7680960" y="5239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scan_id (FK)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7589520" y="555955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93" name="Text 91"/>
          <p:cNvSpPr/>
          <p:nvPr/>
        </p:nvSpPr>
        <p:spPr>
          <a:xfrm>
            <a:off x="7680960" y="5559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(pdf/csv/json)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7589520" y="5879592"/>
            <a:ext cx="3474720" cy="32004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95" name="Text 93"/>
          <p:cNvSpPr/>
          <p:nvPr/>
        </p:nvSpPr>
        <p:spPr>
          <a:xfrm>
            <a:off x="7680960" y="5879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589520" y="6199632"/>
            <a:ext cx="3474720" cy="32004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97" name="Text 95"/>
          <p:cNvSpPr/>
          <p:nvPr/>
        </p:nvSpPr>
        <p:spPr>
          <a:xfrm>
            <a:off x="7680960" y="6199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3749040" y="2194560"/>
            <a:ext cx="274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06640" y="2194560"/>
            <a:ext cx="1828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</a:rPr>
              <a:t>UI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UI/UX — Interface Highlights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7132320" cy="49377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7132320" cy="457200"/>
          </a:xfrm>
          <a:prstGeom prst="rect">
            <a:avLst/>
          </a:prstGeom>
          <a:solidFill>
            <a:srgbClr val="0A122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🛡️ VulnScan Pro    📊 Dashboard    🔍 Scanner    📋 Reports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554480" cy="9144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Vulns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2240280"/>
            <a:ext cx="1554480" cy="9144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0312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Scans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2240280"/>
            <a:ext cx="1554480" cy="9144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Projects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240280"/>
            <a:ext cx="1554480" cy="9144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Targets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3291840" cy="301752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Severity Distribution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" y="3749040"/>
            <a:ext cx="2103120" cy="2103120"/>
          </a:xfrm>
          <a:prstGeom prst="ellipse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34440" y="3977640"/>
            <a:ext cx="1645920" cy="1645920"/>
          </a:xfrm>
          <a:prstGeom prst="ellipse">
            <a:avLst/>
          </a:prstGeom>
          <a:solidFill>
            <a:srgbClr val="0D1526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42062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3291840"/>
            <a:ext cx="3566160" cy="301752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Weekly Trend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4937760"/>
            <a:ext cx="320040" cy="109728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89120" y="4389120"/>
            <a:ext cx="320040" cy="164592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5212080"/>
            <a:ext cx="320040" cy="82296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03520" y="4663440"/>
            <a:ext cx="320040" cy="13716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60720" y="4114800"/>
            <a:ext cx="320040" cy="192024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5394960"/>
            <a:ext cx="320040" cy="64008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4846320"/>
            <a:ext cx="320040" cy="118872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89520" y="1645920"/>
            <a:ext cx="4297680" cy="49377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8096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Design System Features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80960" y="2240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🎨 Glassmorphism dark theme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27706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⚡ Animated real-time progress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33009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📱 Fully responsive (320px-1440px)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80960" y="38313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🔍 Live terminal scan output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680960" y="4361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📊 Interactive Recharts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4892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🌓 Dark/Light mode toggle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5422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🎯 Keyboard shortcuts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80960" y="59527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♿ WCAG accessibility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</a:rPr>
              <a:t>TEST 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Results &amp; Performance Metrics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657600" cy="12801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54864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True Positive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Vulns correctly detected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691640"/>
            <a:ext cx="3657600" cy="12801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69164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6791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False vulnerability alerts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657600" cy="12801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69164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~2.3/s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2104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Scan Speed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6791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URLs analyzed per second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3657600" cy="12801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54680"/>
            <a:ext cx="54864" cy="1280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&lt;120ms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API Response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Average endpoint latency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154680"/>
            <a:ext cx="3657600" cy="12801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3154680"/>
            <a:ext cx="54864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&lt;1.8s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38912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PDF Gen 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4142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For 30-vuln report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154680"/>
            <a:ext cx="3657600" cy="128016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315468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3210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OWASP Coverage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4142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 of 10 categories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11612880" cy="1920240"/>
          </a:xfrm>
          <a:prstGeom prst="rect">
            <a:avLst/>
          </a:prstGeom>
          <a:solidFill>
            <a:srgbClr val="0D1526"/>
          </a:solidFill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Test Environments: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URL                         Vulns Found    True Positive    False Positive    Duration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5394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testphp.vulnweb.com                    12              10                2                  23m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74243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demo.owasp.org                         8               7                 1                  18m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08990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dvwa.example.com                       15              14                1                  31m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3774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71323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907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5097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2646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66420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90195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6791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13969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61518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85292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8698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09067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1675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32841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628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0390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0605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04164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3582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27939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51713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2512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99262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489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23036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8466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46811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1443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570585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44200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73968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6181344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03736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6419088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033504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6656832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463272" y="0"/>
            <a:ext cx="0" cy="685800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894576"/>
            <a:ext cx="12161520" cy="0"/>
          </a:xfrm>
          <a:prstGeom prst="line">
            <a:avLst/>
          </a:prstGeom>
          <a:noFill/>
          <a:ln w="6350">
            <a:solidFill>
              <a:srgbClr val="1E345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5" name="Shape 6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914400" y="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KEY ACHIEVEMENTS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14400" y="457200"/>
            <a:ext cx="103327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 &amp; Conclusion</a:t>
            </a:r>
            <a:endParaRPr lang="en-US" sz="3600" dirty="0"/>
          </a:p>
        </p:txBody>
      </p:sp>
      <p:sp>
        <p:nvSpPr>
          <p:cNvPr id="68" name="Shape 66"/>
          <p:cNvSpPr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69" name="Shape 67"/>
          <p:cNvSpPr/>
          <p:nvPr/>
        </p:nvSpPr>
        <p:spPr>
          <a:xfrm>
            <a:off x="914400" y="141732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1097280" y="1417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✅ Full-stack web application with 10+ major features implemented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914400" y="2084832"/>
            <a:ext cx="10332720" cy="59436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72" name="Shape 70"/>
          <p:cNvSpPr/>
          <p:nvPr/>
        </p:nvSpPr>
        <p:spPr>
          <a:xfrm>
            <a:off x="914400" y="2084832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1097280" y="20848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🔍 7 OWASP Top 10 vulnerability categories detected automatically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14400" y="2752344"/>
            <a:ext cx="10332720" cy="5943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75" name="Shape 73"/>
          <p:cNvSpPr/>
          <p:nvPr/>
        </p:nvSpPr>
        <p:spPr>
          <a:xfrm>
            <a:off x="914400" y="2752344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6" name="Text 74"/>
          <p:cNvSpPr/>
          <p:nvPr/>
        </p:nvSpPr>
        <p:spPr>
          <a:xfrm>
            <a:off x="1097280" y="275234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📊 Interactive dashboard with real-time WebSocket-powered scanning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914400" y="3419856"/>
            <a:ext cx="10332720" cy="59436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78" name="Shape 76"/>
          <p:cNvSpPr/>
          <p:nvPr/>
        </p:nvSpPr>
        <p:spPr>
          <a:xfrm>
            <a:off x="914400" y="3419856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9" name="Text 77"/>
          <p:cNvSpPr/>
          <p:nvPr/>
        </p:nvSpPr>
        <p:spPr>
          <a:xfrm>
            <a:off x="1097280" y="341985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📋 Professional PDF/JSON/CSV report generation with CVSS scoring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914400" y="4087368"/>
            <a:ext cx="10332720" cy="5943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1" name="Shape 79"/>
          <p:cNvSpPr/>
          <p:nvPr/>
        </p:nvSpPr>
        <p:spPr>
          <a:xfrm>
            <a:off x="914400" y="4087368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2" name="Text 80"/>
          <p:cNvSpPr/>
          <p:nvPr/>
        </p:nvSpPr>
        <p:spPr>
          <a:xfrm>
            <a:off x="1097280" y="408736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🔐 JWT authentication, RBAC, and production-grade security practices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914400" y="4754880"/>
            <a:ext cx="10332720" cy="594360"/>
          </a:xfrm>
          <a:prstGeom prst="rect">
            <a:avLst/>
          </a:prstGeom>
          <a:solidFill>
            <a:srgbClr val="0E1830"/>
          </a:solidFill>
          <a:ln/>
        </p:spPr>
      </p:sp>
      <p:sp>
        <p:nvSpPr>
          <p:cNvPr id="84" name="Shape 82"/>
          <p:cNvSpPr/>
          <p:nvPr/>
        </p:nvSpPr>
        <p:spPr>
          <a:xfrm>
            <a:off x="914400" y="47548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5" name="Text 83"/>
          <p:cNvSpPr/>
          <p:nvPr/>
        </p:nvSpPr>
        <p:spPr>
          <a:xfrm>
            <a:off x="1097280" y="4754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📱 Fully responsive design tested across all device breakpoints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14400" y="5422392"/>
            <a:ext cx="10332720" cy="5943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7" name="Shape 85"/>
          <p:cNvSpPr/>
          <p:nvPr/>
        </p:nvSpPr>
        <p:spPr>
          <a:xfrm>
            <a:off x="914400" y="5422392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8" name="Text 86"/>
          <p:cNvSpPr/>
          <p:nvPr/>
        </p:nvSpPr>
        <p:spPr>
          <a:xfrm>
            <a:off x="1097280" y="54223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⚡ 91.4% true positive detection rate in controlled test environments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Thank You for Your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Web Application Vulnerability Scanner</dc:title>
  <dc:subject>PptxGenJS Presentation</dc:subject>
  <dc:creator>VulnScan Pro Team</dc:creator>
  <cp:lastModifiedBy>VulnScan Pro Team</cp:lastModifiedBy>
  <cp:revision>1</cp:revision>
  <dcterms:created xsi:type="dcterms:W3CDTF">2026-03-07T09:24:56Z</dcterms:created>
  <dcterms:modified xsi:type="dcterms:W3CDTF">2026-03-07T09:24:56Z</dcterms:modified>
</cp:coreProperties>
</file>